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2" r:id="rId5"/>
    <p:sldId id="264" r:id="rId6"/>
    <p:sldId id="265" r:id="rId7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09/08/2025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259557"/>
            <a:ext cx="4555029" cy="583347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1602741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0040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1823063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64964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1441927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463256"/>
            <a:ext cx="742950" cy="550891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7"/>
            <a:ext cx="688975" cy="5505450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359060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257610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16942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845333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06435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15972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359378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287278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386366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655744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06724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446641"/>
            <a:ext cx="2719254" cy="386116"/>
            <a:chOff x="5354285" y="496086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496086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14696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4884672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077730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Data Model</a:t>
            </a:r>
            <a:endParaRPr lang="en-IL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244438" y="566996"/>
            <a:ext cx="2732855" cy="1693316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E573448-C636-3802-CA73-D3B35B47CE11}"/>
              </a:ext>
            </a:extLst>
          </p:cNvPr>
          <p:cNvGrpSpPr/>
          <p:nvPr/>
        </p:nvGrpSpPr>
        <p:grpSpPr>
          <a:xfrm>
            <a:off x="4761816" y="911400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64D5F93-7406-7B24-3361-3D6D0AB0EDAD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99912BD-6A1C-309E-5ECA-E69FDA719701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DE970F0-C183-25A1-6216-C454ED20313F}"/>
              </a:ext>
            </a:extLst>
          </p:cNvPr>
          <p:cNvGrpSpPr/>
          <p:nvPr/>
        </p:nvGrpSpPr>
        <p:grpSpPr>
          <a:xfrm>
            <a:off x="2998319" y="1071698"/>
            <a:ext cx="1943551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4DBC245-4011-3661-9C7B-CFEBAE049002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E6D519-B162-2DBE-088E-94D236CA79CE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Data Model</a:t>
            </a:r>
            <a:endParaRPr lang="en-IL" dirty="0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4756752" y="2630391"/>
            <a:ext cx="3822169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4180893" y="297799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</p:cNvCxnSpPr>
          <p:nvPr/>
        </p:nvCxnSpPr>
        <p:spPr>
          <a:xfrm rot="16200000" flipH="1">
            <a:off x="2684579" y="1186599"/>
            <a:ext cx="998460" cy="31458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2297557" y="4650680"/>
            <a:ext cx="2732855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(Admin,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, User)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8A371E0-7D2B-9A05-02C8-25EAB0C14055}"/>
              </a:ext>
            </a:extLst>
          </p:cNvPr>
          <p:cNvCxnSpPr>
            <a:cxnSpLocks/>
            <a:endCxn id="17" idx="1"/>
          </p:cNvCxnSpPr>
          <p:nvPr/>
        </p:nvCxnSpPr>
        <p:spPr>
          <a:xfrm rot="16200000" flipH="1">
            <a:off x="16691" y="2983357"/>
            <a:ext cx="3003914" cy="15578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1723880" y="5027461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1:1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515116" y="4742692"/>
            <a:ext cx="3642619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87A013B-B0C3-BB43-BBDC-D7D3CFA18BF8}"/>
              </a:ext>
            </a:extLst>
          </p:cNvPr>
          <p:cNvCxnSpPr>
            <a:cxnSpLocks/>
            <a:stCxn id="72" idx="2"/>
            <a:endCxn id="36" idx="1"/>
          </p:cNvCxnSpPr>
          <p:nvPr/>
        </p:nvCxnSpPr>
        <p:spPr>
          <a:xfrm rot="16200000" flipH="1">
            <a:off x="6407314" y="4458469"/>
            <a:ext cx="1368326" cy="8472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FFC090D4-1F5A-6BD9-182C-B709FDCDE36D}"/>
              </a:ext>
            </a:extLst>
          </p:cNvPr>
          <p:cNvSpPr/>
          <p:nvPr/>
        </p:nvSpPr>
        <p:spPr>
          <a:xfrm>
            <a:off x="6962000" y="513876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1:1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13809</TotalTime>
  <Words>659</Words>
  <Application>Microsoft Office PowerPoint</Application>
  <PresentationFormat>Widescreen</PresentationFormat>
  <Paragraphs>180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63</cp:revision>
  <dcterms:created xsi:type="dcterms:W3CDTF">2025-07-15T16:26:55Z</dcterms:created>
  <dcterms:modified xsi:type="dcterms:W3CDTF">2025-08-09T20:37:14Z</dcterms:modified>
</cp:coreProperties>
</file>