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2" r:id="rId5"/>
    <p:sldId id="264" r:id="rId6"/>
    <p:sldId id="265" r:id="rId7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259557"/>
            <a:ext cx="4555029" cy="5833479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1602741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310040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1823063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764964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1441927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463256"/>
            <a:ext cx="742950" cy="5508919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7"/>
            <a:ext cx="688975" cy="5505450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359060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2576105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1116942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845333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064351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159726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3593787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2872789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3863662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655744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606724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446641"/>
            <a:ext cx="2719254" cy="386116"/>
            <a:chOff x="5354285" y="496086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496086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14696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4884672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077730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Data Model</a:t>
            </a:r>
            <a:endParaRPr lang="en-IL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950614" y="876860"/>
            <a:ext cx="2031057" cy="1693316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Data Model</a:t>
            </a:r>
            <a:endParaRPr lang="en-IL" dirty="0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4040566" y="2645223"/>
            <a:ext cx="2732853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3592420" y="3323922"/>
            <a:ext cx="391107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endCxn id="72" idx="1"/>
          </p:cNvCxnSpPr>
          <p:nvPr/>
        </p:nvCxnSpPr>
        <p:spPr>
          <a:xfrm>
            <a:off x="2156266" y="2570176"/>
            <a:ext cx="1884301" cy="103527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3915010" y="1180507"/>
            <a:ext cx="2732855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(Admin,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, User)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676068" y="2821669"/>
            <a:ext cx="3477808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7A80F61-BCF6-C798-3F07-5C6AE73CB2F5}"/>
              </a:ext>
            </a:extLst>
          </p:cNvPr>
          <p:cNvCxnSpPr>
            <a:cxnSpLocks/>
          </p:cNvCxnSpPr>
          <p:nvPr/>
        </p:nvCxnSpPr>
        <p:spPr>
          <a:xfrm flipV="1">
            <a:off x="2981670" y="1722787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3447951" y="1442013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EC6AC8-2264-2579-F9A2-C0806CFDBCBF}"/>
              </a:ext>
            </a:extLst>
          </p:cNvPr>
          <p:cNvCxnSpPr>
            <a:cxnSpLocks/>
          </p:cNvCxnSpPr>
          <p:nvPr/>
        </p:nvCxnSpPr>
        <p:spPr>
          <a:xfrm flipV="1">
            <a:off x="6746419" y="3559135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35BEA-6437-E00D-577F-23D7D5718537}"/>
              </a:ext>
            </a:extLst>
          </p:cNvPr>
          <p:cNvSpPr/>
          <p:nvPr/>
        </p:nvSpPr>
        <p:spPr>
          <a:xfrm>
            <a:off x="7230806" y="327836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13815</TotalTime>
  <Words>619</Words>
  <Application>Microsoft Office PowerPoint</Application>
  <PresentationFormat>Widescreen</PresentationFormat>
  <Paragraphs>169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67</cp:revision>
  <dcterms:created xsi:type="dcterms:W3CDTF">2025-07-15T16:26:55Z</dcterms:created>
  <dcterms:modified xsi:type="dcterms:W3CDTF">2025-08-14T08:37:59Z</dcterms:modified>
</cp:coreProperties>
</file>