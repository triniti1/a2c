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8" r:id="rId5"/>
    <p:sldId id="269" r:id="rId6"/>
    <p:sldId id="271" r:id="rId7"/>
    <p:sldId id="270" r:id="rId8"/>
    <p:sldId id="262" r:id="rId9"/>
    <p:sldId id="264" r:id="rId10"/>
    <p:sldId id="267" r:id="rId11"/>
    <p:sldId id="265" r:id="rId1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18/08/2025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109729"/>
            <a:ext cx="4555029" cy="6528814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2809749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191168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3030071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646092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2648935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109728"/>
            <a:ext cx="742950" cy="6528814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6"/>
            <a:ext cx="688975" cy="6020629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103028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3225329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998070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589301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713575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763230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4197291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3522013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4467166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399712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487852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949561"/>
            <a:ext cx="2719254" cy="386116"/>
            <a:chOff x="5354285" y="546378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546378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64988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5424168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617226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2">
            <a:extLst>
              <a:ext uri="{FF2B5EF4-FFF2-40B4-BE49-F238E27FC236}">
                <a16:creationId xmlns:a16="http://schemas.microsoft.com/office/drawing/2014/main" id="{4483E4C5-63C0-306A-7614-1D69DE2B6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482" y="2188116"/>
            <a:ext cx="688975" cy="593368"/>
          </a:xfrm>
          <a:prstGeom prst="flowChartMagneticDisk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Products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9DE305-2E45-C2AA-47A4-18B13844B00E}"/>
              </a:ext>
            </a:extLst>
          </p:cNvPr>
          <p:cNvGrpSpPr/>
          <p:nvPr/>
        </p:nvGrpSpPr>
        <p:grpSpPr>
          <a:xfrm>
            <a:off x="4348894" y="2674389"/>
            <a:ext cx="3721597" cy="647518"/>
            <a:chOff x="4351942" y="2312058"/>
            <a:chExt cx="3721597" cy="64751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181D7A-C33C-A9F4-B347-95A8BC983AD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 Box 22">
              <a:extLst>
                <a:ext uri="{FF2B5EF4-FFF2-40B4-BE49-F238E27FC236}">
                  <a16:creationId xmlns:a16="http://schemas.microsoft.com/office/drawing/2014/main" id="{9D9877F4-1D62-5A0B-4DEA-FDCA84E067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BD0C3D6D-457E-91CC-DA37-480249267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Products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141663BC-3A1D-7F8A-272A-2C7D68A86E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CB6946-EA85-EC66-2FCF-63B6B6EAA6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E1C081-144F-E91D-4027-EA720632988A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6467857" y="2484800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AE54CA-2813-FFDA-E56A-B30EE08CA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1052181"/>
            <a:ext cx="598253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4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92D9-9422-7B90-2990-F9E8BCF32CF5}"/>
              </a:ext>
            </a:extLst>
          </p:cNvPr>
          <p:cNvSpPr txBox="1"/>
          <p:nvPr/>
        </p:nvSpPr>
        <p:spPr>
          <a:xfrm>
            <a:off x="1320800" y="790533"/>
            <a:ext cx="9664700" cy="1380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100"/>
              </a:lnSpc>
              <a:buNone/>
            </a:pPr>
            <a:r>
              <a:rPr lang="en-US" sz="4000" b="0" i="0" dirty="0">
                <a:solidFill>
                  <a:schemeClr val="accent1"/>
                </a:solidFill>
                <a:effectLst/>
                <a:latin typeface="Noto Sans JP Thin" panose="020B0200000000000000" pitchFamily="34" charset="-128"/>
                <a:ea typeface="Noto Sans JP Thin" panose="020B0200000000000000" pitchFamily="34" charset="-128"/>
              </a:rPr>
              <a:t>A2C - The AI-powered CRM your</a:t>
            </a:r>
          </a:p>
          <a:p>
            <a:pPr algn="ctr">
              <a:lnSpc>
                <a:spcPts val="5100"/>
              </a:lnSpc>
              <a:buNone/>
            </a:pPr>
            <a:r>
              <a:rPr lang="en-US" sz="4000" b="0" i="0" dirty="0">
                <a:solidFill>
                  <a:schemeClr val="accent1"/>
                </a:solidFill>
                <a:effectLst/>
                <a:latin typeface="Noto Sans JP Thin" panose="020B0200000000000000" pitchFamily="34" charset="-128"/>
                <a:ea typeface="Noto Sans JP Thin" panose="020B0200000000000000" pitchFamily="34" charset="-128"/>
              </a:rPr>
              <a:t>team will love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67CE8A-427D-4583-6496-B8DEBD8EA1D2}"/>
              </a:ext>
            </a:extLst>
          </p:cNvPr>
          <p:cNvSpPr/>
          <p:nvPr/>
        </p:nvSpPr>
        <p:spPr>
          <a:xfrm>
            <a:off x="2209800" y="3302000"/>
            <a:ext cx="1765300" cy="1092200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90000"/>
                    <a:lumOff val="10000"/>
                  </a:schemeClr>
                </a:solidFill>
                <a:latin typeface="Noto Sans JP Thin" panose="020B0200000000000000" pitchFamily="34" charset="-128"/>
                <a:ea typeface="Noto Sans JP Thin" panose="020B0200000000000000" pitchFamily="34" charset="-128"/>
              </a:rPr>
              <a:t>Users</a:t>
            </a:r>
            <a:endParaRPr lang="en-IL" sz="2400" dirty="0">
              <a:solidFill>
                <a:schemeClr val="tx2">
                  <a:lumMod val="90000"/>
                  <a:lumOff val="10000"/>
                </a:schemeClr>
              </a:solidFill>
              <a:latin typeface="Noto Sans JP Thin" panose="020B0200000000000000" pitchFamily="34" charset="-128"/>
              <a:ea typeface="Noto Sans JP Thin" panose="020B0200000000000000" pitchFamily="34" charset="-12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509843-A905-17A7-655D-9C99B0FA186B}"/>
              </a:ext>
            </a:extLst>
          </p:cNvPr>
          <p:cNvSpPr/>
          <p:nvPr/>
        </p:nvSpPr>
        <p:spPr>
          <a:xfrm>
            <a:off x="4241800" y="3302000"/>
            <a:ext cx="1765300" cy="1092200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90000"/>
                    <a:lumOff val="10000"/>
                  </a:schemeClr>
                </a:solidFill>
                <a:latin typeface="Noto Sans JP Thin" panose="020B0200000000000000" pitchFamily="34" charset="-128"/>
                <a:ea typeface="Noto Sans JP Thin" panose="020B0200000000000000" pitchFamily="34" charset="-128"/>
              </a:rPr>
              <a:t>Customers</a:t>
            </a:r>
            <a:endParaRPr lang="en-IL" sz="2400" dirty="0">
              <a:solidFill>
                <a:schemeClr val="tx2">
                  <a:lumMod val="90000"/>
                  <a:lumOff val="10000"/>
                </a:schemeClr>
              </a:solidFill>
              <a:latin typeface="Noto Sans JP Thin" panose="020B0200000000000000" pitchFamily="34" charset="-128"/>
              <a:ea typeface="Noto Sans JP Thin" panose="020B0200000000000000" pitchFamily="34" charset="-12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4F46349-61F2-626D-CD12-DE9047C4A70B}"/>
              </a:ext>
            </a:extLst>
          </p:cNvPr>
          <p:cNvSpPr/>
          <p:nvPr/>
        </p:nvSpPr>
        <p:spPr>
          <a:xfrm>
            <a:off x="6273800" y="3302000"/>
            <a:ext cx="1765300" cy="1092200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90000"/>
                    <a:lumOff val="10000"/>
                  </a:schemeClr>
                </a:solidFill>
                <a:latin typeface="Noto Sans JP Thin" panose="020B0200000000000000" pitchFamily="34" charset="-128"/>
                <a:ea typeface="Noto Sans JP Thin" panose="020B0200000000000000" pitchFamily="34" charset="-128"/>
              </a:rPr>
              <a:t>Products</a:t>
            </a:r>
            <a:endParaRPr lang="en-IL" sz="2400" dirty="0">
              <a:solidFill>
                <a:schemeClr val="tx2">
                  <a:lumMod val="90000"/>
                  <a:lumOff val="10000"/>
                </a:schemeClr>
              </a:solidFill>
              <a:latin typeface="Noto Sans JP Thin" panose="020B0200000000000000" pitchFamily="34" charset="-128"/>
              <a:ea typeface="Noto Sans JP Thin" panose="020B0200000000000000" pitchFamily="34" charset="-12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9A1FC8-BEDD-F84A-0ABA-26C252BCE846}"/>
              </a:ext>
            </a:extLst>
          </p:cNvPr>
          <p:cNvSpPr/>
          <p:nvPr/>
        </p:nvSpPr>
        <p:spPr>
          <a:xfrm>
            <a:off x="8305800" y="3302000"/>
            <a:ext cx="1765300" cy="1092200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90000"/>
                    <a:lumOff val="10000"/>
                  </a:schemeClr>
                </a:solidFill>
                <a:latin typeface="Noto Sans JP Thin" panose="020B0200000000000000" pitchFamily="34" charset="-128"/>
                <a:ea typeface="Noto Sans JP Thin" panose="020B0200000000000000" pitchFamily="34" charset="-128"/>
              </a:rPr>
              <a:t>Orders</a:t>
            </a:r>
            <a:endParaRPr lang="en-IL" sz="2400" dirty="0">
              <a:solidFill>
                <a:schemeClr val="tx2">
                  <a:lumMod val="90000"/>
                  <a:lumOff val="10000"/>
                </a:schemeClr>
              </a:solidFill>
              <a:latin typeface="Noto Sans JP Thin" panose="020B0200000000000000" pitchFamily="34" charset="-128"/>
              <a:ea typeface="Noto Sans JP Thin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99460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B7C5E-849A-AB2C-E179-FAAF5C4F1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006" y="643467"/>
            <a:ext cx="8275988" cy="55710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7301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15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21753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3915009" y="2201940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447923" y="2881391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06690" y="1653844"/>
            <a:ext cx="1067772" cy="19488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09" y="1180507"/>
            <a:ext cx="3773801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RoleName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(User = 0, Admin = 1,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3">
            <a:extLst>
              <a:ext uri="{FF2B5EF4-FFF2-40B4-BE49-F238E27FC236}">
                <a16:creationId xmlns:a16="http://schemas.microsoft.com/office/drawing/2014/main" id="{78FF15C6-2884-A197-AD86-D46D737F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34" y="701263"/>
            <a:ext cx="1315653" cy="29534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09A88-5F98-C840-2E68-5720BEC0681D}"/>
              </a:ext>
            </a:extLst>
          </p:cNvPr>
          <p:cNvSpPr/>
          <p:nvPr/>
        </p:nvSpPr>
        <p:spPr>
          <a:xfrm>
            <a:off x="2478179" y="117618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Folders Structure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4" name="AutoShape 13">
            <a:extLst>
              <a:ext uri="{FF2B5EF4-FFF2-40B4-BE49-F238E27FC236}">
                <a16:creationId xmlns:a16="http://schemas.microsoft.com/office/drawing/2014/main" id="{417BBC80-527E-A9B3-A84D-141B4841D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448" y="1842973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Server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EFA49FBE-0BEA-95E9-179B-C50C986B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0160" y="1100440"/>
            <a:ext cx="761080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Client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0A62B873-9219-6D42-FED9-1EFD25F68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3208" y="6338772"/>
            <a:ext cx="1675482" cy="359441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Documentation</a:t>
            </a:r>
            <a:endParaRPr lang="en-IL" altLang="en-IL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E11C29-6CF2-2E2F-E747-35691FFFFBC2}"/>
              </a:ext>
            </a:extLst>
          </p:cNvPr>
          <p:cNvCxnSpPr>
            <a:cxnSpLocks/>
          </p:cNvCxnSpPr>
          <p:nvPr/>
        </p:nvCxnSpPr>
        <p:spPr>
          <a:xfrm>
            <a:off x="634066" y="996606"/>
            <a:ext cx="0" cy="5500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75987-DD26-185B-E83A-9C5F84B0A4A3}"/>
              </a:ext>
            </a:extLst>
          </p:cNvPr>
          <p:cNvCxnSpPr>
            <a:cxnSpLocks/>
          </p:cNvCxnSpPr>
          <p:nvPr/>
        </p:nvCxnSpPr>
        <p:spPr>
          <a:xfrm>
            <a:off x="634066" y="1280160"/>
            <a:ext cx="646094" cy="97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A3F4B-DFBF-9FDB-CC15-5D15E7301C4E}"/>
              </a:ext>
            </a:extLst>
          </p:cNvPr>
          <p:cNvCxnSpPr>
            <a:cxnSpLocks/>
          </p:cNvCxnSpPr>
          <p:nvPr/>
        </p:nvCxnSpPr>
        <p:spPr>
          <a:xfrm>
            <a:off x="640162" y="2008632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70F1E-D267-7CAE-D953-D335D1601B47}"/>
              </a:ext>
            </a:extLst>
          </p:cNvPr>
          <p:cNvCxnSpPr>
            <a:cxnSpLocks/>
          </p:cNvCxnSpPr>
          <p:nvPr/>
        </p:nvCxnSpPr>
        <p:spPr>
          <a:xfrm>
            <a:off x="624922" y="6496933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7B32EEA7-56D5-EB16-EF79-1E4E9A955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5397" y="2419045"/>
            <a:ext cx="1495356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90FA60-DB45-EE3E-82FB-D028DB10995B}"/>
              </a:ext>
            </a:extLst>
          </p:cNvPr>
          <p:cNvCxnSpPr>
            <a:cxnSpLocks/>
          </p:cNvCxnSpPr>
          <p:nvPr/>
        </p:nvCxnSpPr>
        <p:spPr>
          <a:xfrm>
            <a:off x="1702914" y="2598764"/>
            <a:ext cx="5324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1B0946D-8097-6B78-E2CF-708C835A14FB}"/>
              </a:ext>
            </a:extLst>
          </p:cNvPr>
          <p:cNvCxnSpPr>
            <a:cxnSpLocks/>
          </p:cNvCxnSpPr>
          <p:nvPr/>
        </p:nvCxnSpPr>
        <p:spPr>
          <a:xfrm>
            <a:off x="1702914" y="2156693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1EEA41-506E-A630-D972-503CEA2836BB}"/>
              </a:ext>
            </a:extLst>
          </p:cNvPr>
          <p:cNvCxnSpPr>
            <a:cxnSpLocks/>
          </p:cNvCxnSpPr>
          <p:nvPr/>
        </p:nvCxnSpPr>
        <p:spPr>
          <a:xfrm>
            <a:off x="3005091" y="2778485"/>
            <a:ext cx="0" cy="2370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utoShape 13">
            <a:extLst>
              <a:ext uri="{FF2B5EF4-FFF2-40B4-BE49-F238E27FC236}">
                <a16:creationId xmlns:a16="http://schemas.microsoft.com/office/drawing/2014/main" id="{CCF9E2EC-1E7B-DB39-289C-77C8A1C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287501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Controllers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71ECA9-6020-2668-0F61-288DC1B9B85A}"/>
              </a:ext>
            </a:extLst>
          </p:cNvPr>
          <p:cNvCxnSpPr>
            <a:cxnSpLocks/>
          </p:cNvCxnSpPr>
          <p:nvPr/>
        </p:nvCxnSpPr>
        <p:spPr>
          <a:xfrm>
            <a:off x="3005091" y="305291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utoShape 13">
            <a:extLst>
              <a:ext uri="{FF2B5EF4-FFF2-40B4-BE49-F238E27FC236}">
                <a16:creationId xmlns:a16="http://schemas.microsoft.com/office/drawing/2014/main" id="{8F8E0109-A987-3884-2AAF-A55E71AC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29355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Data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73FF06F-D158-D932-7EE8-5D76C7893249}"/>
              </a:ext>
            </a:extLst>
          </p:cNvPr>
          <p:cNvCxnSpPr>
            <a:cxnSpLocks/>
          </p:cNvCxnSpPr>
          <p:nvPr/>
        </p:nvCxnSpPr>
        <p:spPr>
          <a:xfrm>
            <a:off x="3005091" y="347145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utoShape 13">
            <a:extLst>
              <a:ext uri="{FF2B5EF4-FFF2-40B4-BE49-F238E27FC236}">
                <a16:creationId xmlns:a16="http://schemas.microsoft.com/office/drawing/2014/main" id="{2A734496-13E5-C552-4657-6D89DA0A2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712731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DTOs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6E8A8C-157D-F611-36B4-A162546C1B01}"/>
              </a:ext>
            </a:extLst>
          </p:cNvPr>
          <p:cNvCxnSpPr>
            <a:cxnSpLocks/>
          </p:cNvCxnSpPr>
          <p:nvPr/>
        </p:nvCxnSpPr>
        <p:spPr>
          <a:xfrm>
            <a:off x="3005091" y="3890634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utoShape 13">
            <a:extLst>
              <a:ext uri="{FF2B5EF4-FFF2-40B4-BE49-F238E27FC236}">
                <a16:creationId xmlns:a16="http://schemas.microsoft.com/office/drawing/2014/main" id="{5933977B-1DB3-63B2-5784-1EEAD908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13383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Migrations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981965D-7B11-335C-EF5A-F7521F817921}"/>
              </a:ext>
            </a:extLst>
          </p:cNvPr>
          <p:cNvCxnSpPr>
            <a:cxnSpLocks/>
          </p:cNvCxnSpPr>
          <p:nvPr/>
        </p:nvCxnSpPr>
        <p:spPr>
          <a:xfrm>
            <a:off x="3020331" y="431174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utoShape 13">
            <a:extLst>
              <a:ext uri="{FF2B5EF4-FFF2-40B4-BE49-F238E27FC236}">
                <a16:creationId xmlns:a16="http://schemas.microsoft.com/office/drawing/2014/main" id="{E9F760B8-FB4B-4A4B-BABE-2BF40D33C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55237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Models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AutoShape 13">
            <a:extLst>
              <a:ext uri="{FF2B5EF4-FFF2-40B4-BE49-F238E27FC236}">
                <a16:creationId xmlns:a16="http://schemas.microsoft.com/office/drawing/2014/main" id="{42836964-E83A-B3D7-BB20-15372CAA0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971555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Properties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9F25E6-DF5D-3A72-F754-0F0447644D2F}"/>
              </a:ext>
            </a:extLst>
          </p:cNvPr>
          <p:cNvCxnSpPr>
            <a:cxnSpLocks/>
          </p:cNvCxnSpPr>
          <p:nvPr/>
        </p:nvCxnSpPr>
        <p:spPr>
          <a:xfrm>
            <a:off x="3020331" y="5149458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0FF5E8C-87F0-8001-0491-F0E429B85F20}"/>
              </a:ext>
            </a:extLst>
          </p:cNvPr>
          <p:cNvCxnSpPr>
            <a:cxnSpLocks/>
          </p:cNvCxnSpPr>
          <p:nvPr/>
        </p:nvCxnSpPr>
        <p:spPr>
          <a:xfrm>
            <a:off x="3020331" y="471969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utoShape 13">
            <a:extLst>
              <a:ext uri="{FF2B5EF4-FFF2-40B4-BE49-F238E27FC236}">
                <a16:creationId xmlns:a16="http://schemas.microsoft.com/office/drawing/2014/main" id="{F799A10B-14C1-1B55-ACA7-1DABE0E79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6449" y="5132300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6BD2AB-A3B0-1F79-EF23-6F6E19FF3C4A}"/>
              </a:ext>
            </a:extLst>
          </p:cNvPr>
          <p:cNvCxnSpPr>
            <a:cxnSpLocks/>
          </p:cNvCxnSpPr>
          <p:nvPr/>
        </p:nvCxnSpPr>
        <p:spPr>
          <a:xfrm>
            <a:off x="628163" y="5279671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13">
            <a:extLst>
              <a:ext uri="{FF2B5EF4-FFF2-40B4-BE49-F238E27FC236}">
                <a16:creationId xmlns:a16="http://schemas.microsoft.com/office/drawing/2014/main" id="{97672CD0-A1CE-374C-68C7-143497BCC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974" y="5708372"/>
            <a:ext cx="2001130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A2C.CRM.Api.Tests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CC8B0A-5F34-9281-C371-A4FFFC090347}"/>
              </a:ext>
            </a:extLst>
          </p:cNvPr>
          <p:cNvCxnSpPr>
            <a:cxnSpLocks/>
          </p:cNvCxnSpPr>
          <p:nvPr/>
        </p:nvCxnSpPr>
        <p:spPr>
          <a:xfrm>
            <a:off x="1718347" y="5446020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FF1663-547C-007D-0394-80FCA5C623AA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02914" y="5888091"/>
            <a:ext cx="557060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15538</TotalTime>
  <Words>675</Words>
  <Application>Microsoft Office PowerPoint</Application>
  <PresentationFormat>Widescreen</PresentationFormat>
  <Paragraphs>192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Noto Sans JP Thin</vt:lpstr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79</cp:revision>
  <dcterms:created xsi:type="dcterms:W3CDTF">2025-07-15T16:26:55Z</dcterms:created>
  <dcterms:modified xsi:type="dcterms:W3CDTF">2025-08-18T11:50:52Z</dcterms:modified>
</cp:coreProperties>
</file>