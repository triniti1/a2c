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73" r:id="rId4"/>
    <p:sldId id="261" r:id="rId5"/>
    <p:sldId id="268" r:id="rId6"/>
    <p:sldId id="271" r:id="rId7"/>
    <p:sldId id="272" r:id="rId8"/>
    <p:sldId id="270" r:id="rId9"/>
    <p:sldId id="262" r:id="rId10"/>
    <p:sldId id="264" r:id="rId11"/>
    <p:sldId id="267" r:id="rId12"/>
    <p:sldId id="265" r:id="rId13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23/08/2025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713232" y="1143000"/>
            <a:ext cx="1183476" cy="5705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2643664" y="1142996"/>
            <a:ext cx="1183476" cy="5705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&lt;&lt;Browser\</a:t>
            </a:r>
          </a:p>
          <a:p>
            <a:pPr algn="ctr"/>
            <a:r>
              <a:rPr lang="en-US" sz="1100" dirty="0"/>
              <a:t>Mobile app&gt;&gt;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4711886" y="1143001"/>
            <a:ext cx="1166830" cy="5705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Gateway</a:t>
            </a:r>
          </a:p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10592768" y="1143001"/>
            <a:ext cx="1166830" cy="5705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1524957" y="181124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1323441" y="2013172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 flipH="1">
            <a:off x="3144969" y="1745349"/>
            <a:ext cx="45719" cy="44289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304970" y="1713517"/>
            <a:ext cx="9917" cy="441101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3423029" y="2083994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3212277" y="2285918"/>
            <a:ext cx="20883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7348969" y="3389289"/>
            <a:ext cx="739155" cy="268311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7296313" y="3197813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9296450" y="5593550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9360145" y="540076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3199304" y="6098458"/>
            <a:ext cx="207678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3182954" y="5883273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JWT)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4415953" y="228261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15520FF-3508-BB0D-0155-1DAAF5258134}"/>
              </a:ext>
            </a:extLst>
          </p:cNvPr>
          <p:cNvSpPr/>
          <p:nvPr/>
        </p:nvSpPr>
        <p:spPr>
          <a:xfrm>
            <a:off x="6773704" y="1139948"/>
            <a:ext cx="1183476" cy="5705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TokenService</a:t>
            </a:r>
            <a:endParaRPr lang="en-US" sz="1100" dirty="0"/>
          </a:p>
          <a:p>
            <a:pPr algn="ctr"/>
            <a:r>
              <a:rPr lang="en-US" sz="1100" dirty="0"/>
              <a:t>(IdP)</a:t>
            </a:r>
            <a:endParaRPr lang="en-IL" sz="11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5DA385-14E5-054A-B165-E2697664B127}"/>
              </a:ext>
            </a:extLst>
          </p:cNvPr>
          <p:cNvSpPr/>
          <p:nvPr/>
        </p:nvSpPr>
        <p:spPr>
          <a:xfrm>
            <a:off x="8706136" y="1142996"/>
            <a:ext cx="1183476" cy="5705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AutoService</a:t>
            </a:r>
            <a:endParaRPr lang="en-IL" sz="11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EF3829-E8D7-1709-9720-6AAE60CD67B2}"/>
              </a:ext>
            </a:extLst>
          </p:cNvPr>
          <p:cNvSpPr/>
          <p:nvPr/>
        </p:nvSpPr>
        <p:spPr>
          <a:xfrm>
            <a:off x="5513957" y="297705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39F454-59B4-7688-94E9-FE6972708A40}"/>
              </a:ext>
            </a:extLst>
          </p:cNvPr>
          <p:cNvCxnSpPr>
            <a:cxnSpLocks/>
          </p:cNvCxnSpPr>
          <p:nvPr/>
        </p:nvCxnSpPr>
        <p:spPr>
          <a:xfrm>
            <a:off x="5348925" y="3169838"/>
            <a:ext cx="1944372" cy="5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A17B5574-739D-E97E-9148-AF5E10D02066}"/>
              </a:ext>
            </a:extLst>
          </p:cNvPr>
          <p:cNvSpPr/>
          <p:nvPr/>
        </p:nvSpPr>
        <p:spPr>
          <a:xfrm>
            <a:off x="5290760" y="1742302"/>
            <a:ext cx="45719" cy="44110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BD1D6B-3F59-DED1-AC63-96B9CAF3F9F7}"/>
              </a:ext>
            </a:extLst>
          </p:cNvPr>
          <p:cNvSpPr/>
          <p:nvPr/>
        </p:nvSpPr>
        <p:spPr>
          <a:xfrm flipH="1">
            <a:off x="7293297" y="1724013"/>
            <a:ext cx="45719" cy="44289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905BA-650B-7863-9157-D7D93833271C}"/>
              </a:ext>
            </a:extLst>
          </p:cNvPr>
          <p:cNvSpPr/>
          <p:nvPr/>
        </p:nvSpPr>
        <p:spPr>
          <a:xfrm>
            <a:off x="9250112" y="1751446"/>
            <a:ext cx="45719" cy="4401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7906EA-1F94-B48C-7D7A-3304A7832896}"/>
              </a:ext>
            </a:extLst>
          </p:cNvPr>
          <p:cNvSpPr/>
          <p:nvPr/>
        </p:nvSpPr>
        <p:spPr>
          <a:xfrm>
            <a:off x="11142920" y="1769733"/>
            <a:ext cx="45719" cy="43835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C4BFAB-2C28-2C05-A8FE-5C3322C7A4D1}"/>
              </a:ext>
            </a:extLst>
          </p:cNvPr>
          <p:cNvGrpSpPr/>
          <p:nvPr/>
        </p:nvGrpSpPr>
        <p:grpSpPr>
          <a:xfrm>
            <a:off x="5361673" y="2618145"/>
            <a:ext cx="903687" cy="290158"/>
            <a:chOff x="5273718" y="3731491"/>
            <a:chExt cx="739155" cy="386740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F8E99FD-0084-9253-6438-F84CD35BA848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58CFE0B-78BA-CE6D-406E-A4488F0641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0E60503-97C2-DA34-D673-41419B9E5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4F81C37-9259-B7F2-F268-C67F1881750D}"/>
              </a:ext>
            </a:extLst>
          </p:cNvPr>
          <p:cNvSpPr/>
          <p:nvPr/>
        </p:nvSpPr>
        <p:spPr>
          <a:xfrm>
            <a:off x="5217577" y="2466258"/>
            <a:ext cx="2013535" cy="245522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Middleware </a:t>
            </a:r>
            <a:r>
              <a:rPr lang="en-US" sz="1000" dirty="0" err="1">
                <a:solidFill>
                  <a:schemeClr val="tx1"/>
                </a:solidFill>
              </a:rPr>
              <a:t>UseAuthentication</a:t>
            </a:r>
            <a:endParaRPr lang="en-US" sz="1000" dirty="0">
              <a:solidFill>
                <a:schemeClr val="tx1"/>
              </a:solidFill>
            </a:endParaRPr>
          </a:p>
          <a:p>
            <a:pPr algn="ctr"/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286CA19-6121-0E95-8806-7959708CB067}"/>
              </a:ext>
            </a:extLst>
          </p:cNvPr>
          <p:cNvCxnSpPr>
            <a:cxnSpLocks/>
          </p:cNvCxnSpPr>
          <p:nvPr/>
        </p:nvCxnSpPr>
        <p:spPr>
          <a:xfrm>
            <a:off x="5343194" y="4017734"/>
            <a:ext cx="1995822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21D04CD-FD2C-404B-21F5-0C40342C7815}"/>
              </a:ext>
            </a:extLst>
          </p:cNvPr>
          <p:cNvSpPr/>
          <p:nvPr/>
        </p:nvSpPr>
        <p:spPr>
          <a:xfrm>
            <a:off x="5406889" y="3824952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Singed JWT (OK)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C91CD8A-C06D-F30A-15BD-B9B1FB9D72E6}"/>
              </a:ext>
            </a:extLst>
          </p:cNvPr>
          <p:cNvSpPr/>
          <p:nvPr/>
        </p:nvSpPr>
        <p:spPr>
          <a:xfrm>
            <a:off x="5309740" y="4199307"/>
            <a:ext cx="2910714" cy="13462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Login (email, password, JWT with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FD44059-4300-85AB-D893-26DCB45FB0A3}"/>
              </a:ext>
            </a:extLst>
          </p:cNvPr>
          <p:cNvCxnSpPr>
            <a:cxnSpLocks/>
          </p:cNvCxnSpPr>
          <p:nvPr/>
        </p:nvCxnSpPr>
        <p:spPr>
          <a:xfrm flipV="1">
            <a:off x="5300157" y="4365677"/>
            <a:ext cx="3949336" cy="264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03A1BDB-A8B1-2518-0F60-90A0F5AD9052}"/>
              </a:ext>
            </a:extLst>
          </p:cNvPr>
          <p:cNvCxnSpPr>
            <a:cxnSpLocks/>
          </p:cNvCxnSpPr>
          <p:nvPr/>
        </p:nvCxnSpPr>
        <p:spPr>
          <a:xfrm>
            <a:off x="9307350" y="5307963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47EC07C-EC91-C23A-CF54-FF3D95A8E3E9}"/>
              </a:ext>
            </a:extLst>
          </p:cNvPr>
          <p:cNvSpPr/>
          <p:nvPr/>
        </p:nvSpPr>
        <p:spPr>
          <a:xfrm>
            <a:off x="9343165" y="5105944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F4007A-1978-EDFD-33F1-A7CFDE7ED900}"/>
              </a:ext>
            </a:extLst>
          </p:cNvPr>
          <p:cNvCxnSpPr>
            <a:cxnSpLocks/>
          </p:cNvCxnSpPr>
          <p:nvPr/>
        </p:nvCxnSpPr>
        <p:spPr>
          <a:xfrm>
            <a:off x="5361673" y="5843486"/>
            <a:ext cx="3887820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6E75F121-4D19-728E-92CB-998B55838C1C}"/>
              </a:ext>
            </a:extLst>
          </p:cNvPr>
          <p:cNvSpPr/>
          <p:nvPr/>
        </p:nvSpPr>
        <p:spPr>
          <a:xfrm>
            <a:off x="7369801" y="5650704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Singed (user inf + JWT)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73B2F48-0E1D-4222-1883-F90AA2D0C63E}"/>
              </a:ext>
            </a:extLst>
          </p:cNvPr>
          <p:cNvGrpSpPr/>
          <p:nvPr/>
        </p:nvGrpSpPr>
        <p:grpSpPr>
          <a:xfrm>
            <a:off x="9307350" y="4666966"/>
            <a:ext cx="739155" cy="268311"/>
            <a:chOff x="5273718" y="3731491"/>
            <a:chExt cx="739155" cy="386740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5B5DE3AD-521D-10E4-F432-D947D3ADAF98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513DF9E-41C2-6064-A95F-53BD123C94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02D5D033-2F3A-A7EC-9862-D83F1DEA3D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D5EDC7AD-00D2-5823-2FAC-12146C1352EE}"/>
              </a:ext>
            </a:extLst>
          </p:cNvPr>
          <p:cNvSpPr/>
          <p:nvPr/>
        </p:nvSpPr>
        <p:spPr>
          <a:xfrm>
            <a:off x="9199830" y="4429771"/>
            <a:ext cx="1668776" cy="16104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 with public key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6401BE-F7B5-24CE-20E1-F44CB8755F53}"/>
              </a:ext>
            </a:extLst>
          </p:cNvPr>
          <p:cNvSpPr txBox="1"/>
          <p:nvPr/>
        </p:nvSpPr>
        <p:spPr>
          <a:xfrm rot="16200000">
            <a:off x="3047238" y="-6866126"/>
            <a:ext cx="6094476" cy="20590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/>
              <a:t>┌──────────────┐</a:t>
            </a:r>
          </a:p>
          <a:p>
            <a:r>
              <a:rPr lang="en-IL" dirty="0"/>
              <a:t>        │   Client     │</a:t>
            </a:r>
          </a:p>
          <a:p>
            <a:r>
              <a:rPr lang="en-IL" dirty="0"/>
              <a:t>        └─────┬────────┘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      │ 1️⃣ Login (email + password)</a:t>
            </a:r>
          </a:p>
          <a:p>
            <a:r>
              <a:rPr lang="en-IL" dirty="0"/>
              <a:t>              ▼</a:t>
            </a:r>
          </a:p>
          <a:p>
            <a:r>
              <a:rPr lang="en-IL" dirty="0"/>
              <a:t>        ┌──────────────┐</a:t>
            </a:r>
          </a:p>
          <a:p>
            <a:r>
              <a:rPr lang="en-IL" dirty="0"/>
              <a:t>        │ </a:t>
            </a:r>
            <a:r>
              <a:rPr lang="en-IL" dirty="0" err="1"/>
              <a:t>AuthService</a:t>
            </a:r>
            <a:r>
              <a:rPr lang="en-IL" dirty="0"/>
              <a:t>  │</a:t>
            </a:r>
          </a:p>
          <a:p>
            <a:r>
              <a:rPr lang="en-IL" dirty="0"/>
              <a:t>        └─────┬────────┘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      │ 2️⃣ </a:t>
            </a:r>
            <a:r>
              <a:rPr lang="en-IL" dirty="0" err="1"/>
              <a:t>בדיקת</a:t>
            </a:r>
            <a:r>
              <a:rPr lang="en-IL" dirty="0"/>
              <a:t> </a:t>
            </a:r>
            <a:r>
              <a:rPr lang="en-IL" dirty="0" err="1"/>
              <a:t>פרטי</a:t>
            </a:r>
            <a:r>
              <a:rPr lang="en-IL" dirty="0"/>
              <a:t> </a:t>
            </a:r>
            <a:r>
              <a:rPr lang="en-IL" dirty="0" err="1"/>
              <a:t>המשתמש</a:t>
            </a:r>
            <a:r>
              <a:rPr lang="en-IL" dirty="0"/>
              <a:t> </a:t>
            </a:r>
            <a:r>
              <a:rPr lang="en-IL" dirty="0" err="1"/>
              <a:t>מול</a:t>
            </a:r>
            <a:r>
              <a:rPr lang="en-IL" dirty="0"/>
              <a:t> DB</a:t>
            </a:r>
          </a:p>
          <a:p>
            <a:r>
              <a:rPr lang="en-IL" dirty="0"/>
              <a:t>              │    (✔ </a:t>
            </a:r>
            <a:r>
              <a:rPr lang="en-IL" dirty="0" err="1"/>
              <a:t>אם</a:t>
            </a:r>
            <a:r>
              <a:rPr lang="en-IL" dirty="0"/>
              <a:t> </a:t>
            </a:r>
            <a:r>
              <a:rPr lang="en-IL" dirty="0" err="1"/>
              <a:t>תקין</a:t>
            </a:r>
            <a:r>
              <a:rPr lang="en-IL" dirty="0"/>
              <a:t>)</a:t>
            </a:r>
          </a:p>
          <a:p>
            <a:r>
              <a:rPr lang="en-IL" dirty="0"/>
              <a:t>              ▼</a:t>
            </a:r>
          </a:p>
          <a:p>
            <a:r>
              <a:rPr lang="en-IL" dirty="0"/>
              <a:t>        ┌──────────────┐</a:t>
            </a:r>
          </a:p>
          <a:p>
            <a:r>
              <a:rPr lang="en-IL" dirty="0"/>
              <a:t>        │    DB 🗄️     │</a:t>
            </a:r>
          </a:p>
          <a:p>
            <a:r>
              <a:rPr lang="en-IL" dirty="0"/>
              <a:t>        └──────────────┘</a:t>
            </a:r>
          </a:p>
          <a:p>
            <a:r>
              <a:rPr lang="en-IL" dirty="0"/>
              <a:t>              ▲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┌─────┴────────┐</a:t>
            </a:r>
          </a:p>
          <a:p>
            <a:r>
              <a:rPr lang="en-IL" dirty="0"/>
              <a:t>        │ </a:t>
            </a:r>
            <a:r>
              <a:rPr lang="en-IL" dirty="0" err="1"/>
              <a:t>AuthService</a:t>
            </a:r>
            <a:r>
              <a:rPr lang="en-IL" dirty="0"/>
              <a:t>  │</a:t>
            </a:r>
          </a:p>
          <a:p>
            <a:r>
              <a:rPr lang="en-IL" dirty="0"/>
              <a:t>        └─────┬────────┘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      │ 3️⃣ </a:t>
            </a:r>
            <a:r>
              <a:rPr lang="en-IL" dirty="0" err="1"/>
              <a:t>מבקש</a:t>
            </a:r>
            <a:r>
              <a:rPr lang="en-IL" dirty="0"/>
              <a:t> </a:t>
            </a:r>
            <a:r>
              <a:rPr lang="en-IL" dirty="0" err="1"/>
              <a:t>מה-TokenService</a:t>
            </a:r>
            <a:r>
              <a:rPr lang="en-IL" dirty="0"/>
              <a:t> </a:t>
            </a:r>
            <a:r>
              <a:rPr lang="en-IL" dirty="0" err="1"/>
              <a:t>לחתום</a:t>
            </a:r>
            <a:r>
              <a:rPr lang="en-IL" dirty="0"/>
              <a:t> JWT</a:t>
            </a:r>
          </a:p>
          <a:p>
            <a:r>
              <a:rPr lang="en-IL" dirty="0"/>
              <a:t>              ▼</a:t>
            </a:r>
          </a:p>
          <a:p>
            <a:r>
              <a:rPr lang="en-IL" dirty="0"/>
              <a:t>        ┌──────────────┐</a:t>
            </a:r>
          </a:p>
          <a:p>
            <a:r>
              <a:rPr lang="en-IL" dirty="0"/>
              <a:t>        │ </a:t>
            </a:r>
            <a:r>
              <a:rPr lang="en-IL" dirty="0" err="1"/>
              <a:t>TokenService</a:t>
            </a:r>
            <a:r>
              <a:rPr lang="en-IL" dirty="0"/>
              <a:t> │</a:t>
            </a:r>
          </a:p>
          <a:p>
            <a:r>
              <a:rPr lang="en-IL" dirty="0"/>
              <a:t>        │ 🔑 </a:t>
            </a:r>
            <a:r>
              <a:rPr lang="en-IL" dirty="0" err="1"/>
              <a:t>PrivateKey</a:t>
            </a:r>
            <a:r>
              <a:rPr lang="en-IL" dirty="0"/>
              <a:t> │</a:t>
            </a:r>
          </a:p>
          <a:p>
            <a:r>
              <a:rPr lang="en-IL" dirty="0"/>
              <a:t>        └─────┬────────┘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      │ 4️⃣ </a:t>
            </a:r>
            <a:r>
              <a:rPr lang="en-IL" dirty="0" err="1"/>
              <a:t>מחזיר</a:t>
            </a:r>
            <a:r>
              <a:rPr lang="en-IL" dirty="0"/>
              <a:t> JWT </a:t>
            </a:r>
            <a:r>
              <a:rPr lang="en-IL" dirty="0" err="1"/>
              <a:t>חתום</a:t>
            </a:r>
            <a:r>
              <a:rPr lang="en-IL" dirty="0"/>
              <a:t> ל-</a:t>
            </a:r>
            <a:r>
              <a:rPr lang="en-IL" dirty="0" err="1"/>
              <a:t>AuthService</a:t>
            </a:r>
            <a:endParaRPr lang="en-IL" dirty="0"/>
          </a:p>
          <a:p>
            <a:r>
              <a:rPr lang="en-IL" dirty="0"/>
              <a:t>              ▼</a:t>
            </a:r>
          </a:p>
          <a:p>
            <a:r>
              <a:rPr lang="en-IL" dirty="0"/>
              <a:t>        ┌──────────────┐</a:t>
            </a:r>
          </a:p>
          <a:p>
            <a:r>
              <a:rPr lang="en-IL" dirty="0"/>
              <a:t>        │ </a:t>
            </a:r>
            <a:r>
              <a:rPr lang="en-IL" dirty="0" err="1"/>
              <a:t>AuthService</a:t>
            </a:r>
            <a:r>
              <a:rPr lang="en-IL" dirty="0"/>
              <a:t>  │</a:t>
            </a:r>
          </a:p>
          <a:p>
            <a:r>
              <a:rPr lang="en-IL" dirty="0"/>
              <a:t>        └─────┬────────┘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      │ 5️⃣ </a:t>
            </a:r>
            <a:r>
              <a:rPr lang="en-IL" dirty="0" err="1"/>
              <a:t>מחזיר</a:t>
            </a:r>
            <a:r>
              <a:rPr lang="en-IL" dirty="0"/>
              <a:t> JWT ל-Client</a:t>
            </a:r>
          </a:p>
          <a:p>
            <a:r>
              <a:rPr lang="en-IL" dirty="0"/>
              <a:t>              ▼</a:t>
            </a:r>
          </a:p>
          <a:p>
            <a:r>
              <a:rPr lang="en-IL" dirty="0"/>
              <a:t>        ┌──────────────┐</a:t>
            </a:r>
          </a:p>
          <a:p>
            <a:r>
              <a:rPr lang="en-IL" dirty="0"/>
              <a:t>        │   Client     │</a:t>
            </a:r>
          </a:p>
          <a:p>
            <a:r>
              <a:rPr lang="en-IL" dirty="0"/>
              <a:t>        │ 🗝️ JWT       │</a:t>
            </a:r>
          </a:p>
          <a:p>
            <a:r>
              <a:rPr lang="en-IL" dirty="0"/>
              <a:t>        └─────┬────────┘</a:t>
            </a:r>
          </a:p>
          <a:p>
            <a:r>
              <a:rPr lang="en-IL" dirty="0"/>
              <a:t>              │</a:t>
            </a:r>
          </a:p>
          <a:p>
            <a:r>
              <a:rPr lang="en-IL" dirty="0"/>
              <a:t>              │ 6️⃣ </a:t>
            </a:r>
            <a:r>
              <a:rPr lang="en-IL" dirty="0" err="1"/>
              <a:t>שומר</a:t>
            </a:r>
            <a:r>
              <a:rPr lang="en-IL" dirty="0"/>
              <a:t> JWT ב-local/session </a:t>
            </a:r>
            <a:r>
              <a:rPr lang="en-IL" dirty="0" err="1"/>
              <a:t>ושולח</a:t>
            </a:r>
            <a:r>
              <a:rPr lang="en-IL" dirty="0"/>
              <a:t> </a:t>
            </a:r>
            <a:r>
              <a:rPr lang="en-IL" dirty="0" err="1"/>
              <a:t>בכל</a:t>
            </a:r>
            <a:r>
              <a:rPr lang="en-IL" dirty="0"/>
              <a:t> </a:t>
            </a:r>
            <a:r>
              <a:rPr lang="en-IL" dirty="0" err="1"/>
              <a:t>בקשה</a:t>
            </a:r>
            <a:endParaRPr lang="en-IL" dirty="0"/>
          </a:p>
          <a:p>
            <a:r>
              <a:rPr lang="en-IL" dirty="0"/>
              <a:t>              ▼</a:t>
            </a:r>
          </a:p>
          <a:p>
            <a:r>
              <a:rPr lang="en-IL" dirty="0"/>
              <a:t>        ┌─────────────────────┐</a:t>
            </a:r>
          </a:p>
          <a:p>
            <a:r>
              <a:rPr lang="en-IL" dirty="0"/>
              <a:t>        │ Microservice (API)  │</a:t>
            </a:r>
          </a:p>
          <a:p>
            <a:r>
              <a:rPr lang="en-IL" dirty="0"/>
              <a:t>        └─────────┬───────────┘</a:t>
            </a:r>
          </a:p>
          <a:p>
            <a:r>
              <a:rPr lang="en-IL" dirty="0"/>
              <a:t>                  │</a:t>
            </a:r>
          </a:p>
          <a:p>
            <a:r>
              <a:rPr lang="en-IL" dirty="0"/>
              <a:t>                  │ 7️⃣ Middleware:</a:t>
            </a:r>
          </a:p>
          <a:p>
            <a:r>
              <a:rPr lang="en-IL" dirty="0"/>
              <a:t>                  │    - </a:t>
            </a:r>
            <a:r>
              <a:rPr lang="en-IL" dirty="0" err="1"/>
              <a:t>קורא</a:t>
            </a:r>
            <a:r>
              <a:rPr lang="en-IL" dirty="0"/>
              <a:t> JWT </a:t>
            </a:r>
            <a:r>
              <a:rPr lang="en-IL" dirty="0" err="1"/>
              <a:t>מה</a:t>
            </a:r>
            <a:r>
              <a:rPr lang="en-IL" dirty="0"/>
              <a:t>-Header</a:t>
            </a:r>
          </a:p>
          <a:p>
            <a:r>
              <a:rPr lang="en-IL" dirty="0"/>
              <a:t>                  │    - </a:t>
            </a:r>
            <a:r>
              <a:rPr lang="en-IL" dirty="0" err="1"/>
              <a:t>מוריד</a:t>
            </a:r>
            <a:r>
              <a:rPr lang="en-IL" dirty="0"/>
              <a:t> Public Key 🔓 מ-JWKS </a:t>
            </a:r>
            <a:r>
              <a:rPr lang="en-IL" dirty="0" err="1"/>
              <a:t>של</a:t>
            </a:r>
            <a:r>
              <a:rPr lang="en-IL" dirty="0"/>
              <a:t> </a:t>
            </a:r>
            <a:r>
              <a:rPr lang="en-IL" dirty="0" err="1"/>
              <a:t>TokenService</a:t>
            </a:r>
            <a:endParaRPr lang="en-IL" dirty="0"/>
          </a:p>
          <a:p>
            <a:r>
              <a:rPr lang="en-IL" dirty="0"/>
              <a:t>                  │    - </a:t>
            </a:r>
            <a:r>
              <a:rPr lang="en-IL" dirty="0" err="1"/>
              <a:t>בודק</a:t>
            </a:r>
            <a:r>
              <a:rPr lang="en-IL" dirty="0"/>
              <a:t> </a:t>
            </a:r>
            <a:r>
              <a:rPr lang="en-IL" dirty="0" err="1"/>
              <a:t>חתימה</a:t>
            </a:r>
            <a:r>
              <a:rPr lang="en-IL" dirty="0"/>
              <a:t>, Issuer, Audience, Expiration</a:t>
            </a:r>
          </a:p>
          <a:p>
            <a:r>
              <a:rPr lang="en-IL" dirty="0"/>
              <a:t>                  ▼</a:t>
            </a:r>
          </a:p>
          <a:p>
            <a:r>
              <a:rPr lang="en-IL" dirty="0"/>
              <a:t>        ┌─────────────────────┐</a:t>
            </a:r>
          </a:p>
          <a:p>
            <a:r>
              <a:rPr lang="en-IL" dirty="0"/>
              <a:t>        │ </a:t>
            </a:r>
            <a:r>
              <a:rPr lang="en-IL" dirty="0" err="1"/>
              <a:t>HttpContext.User</a:t>
            </a:r>
            <a:r>
              <a:rPr lang="en-IL" dirty="0"/>
              <a:t>    │</a:t>
            </a:r>
          </a:p>
          <a:p>
            <a:r>
              <a:rPr lang="en-IL" dirty="0"/>
              <a:t>        │ </a:t>
            </a:r>
            <a:r>
              <a:rPr lang="en-IL" dirty="0" err="1"/>
              <a:t>עם</a:t>
            </a:r>
            <a:r>
              <a:rPr lang="en-IL" dirty="0"/>
              <a:t> Claims </a:t>
            </a:r>
            <a:r>
              <a:rPr lang="en-IL" dirty="0" err="1"/>
              <a:t>מלאים</a:t>
            </a:r>
            <a:r>
              <a:rPr lang="en-IL" dirty="0"/>
              <a:t>     │</a:t>
            </a:r>
          </a:p>
          <a:p>
            <a:r>
              <a:rPr lang="en-IL" dirty="0"/>
              <a:t>        └─────────┬───────────┘</a:t>
            </a:r>
          </a:p>
          <a:p>
            <a:r>
              <a:rPr lang="en-IL" dirty="0"/>
              <a:t>                  │</a:t>
            </a:r>
          </a:p>
          <a:p>
            <a:r>
              <a:rPr lang="en-IL" dirty="0"/>
              <a:t>                  │ 8️⃣ Controller </a:t>
            </a:r>
            <a:r>
              <a:rPr lang="en-IL" dirty="0" err="1"/>
              <a:t>מבצע</a:t>
            </a:r>
            <a:r>
              <a:rPr lang="en-IL" dirty="0"/>
              <a:t> </a:t>
            </a:r>
            <a:r>
              <a:rPr lang="en-IL" dirty="0" err="1"/>
              <a:t>פעולה</a:t>
            </a:r>
            <a:endParaRPr lang="en-IL" dirty="0"/>
          </a:p>
          <a:p>
            <a:r>
              <a:rPr lang="en-IL" dirty="0"/>
              <a:t>                  ▼</a:t>
            </a:r>
          </a:p>
          <a:p>
            <a:r>
              <a:rPr lang="en-IL" dirty="0"/>
              <a:t>        ┌──────────────┐</a:t>
            </a:r>
          </a:p>
          <a:p>
            <a:r>
              <a:rPr lang="en-IL" dirty="0"/>
              <a:t>        │   Client     │</a:t>
            </a:r>
          </a:p>
          <a:p>
            <a:r>
              <a:rPr lang="en-IL" dirty="0"/>
              <a:t>        └──────────────┘</a:t>
            </a:r>
          </a:p>
          <a:p>
            <a:r>
              <a:rPr lang="en-IL" dirty="0" err="1"/>
              <a:t>הדגשים</a:t>
            </a:r>
            <a:r>
              <a:rPr lang="en-IL" dirty="0"/>
              <a:t>:</a:t>
            </a:r>
          </a:p>
          <a:p>
            <a:r>
              <a:rPr lang="en-IL" dirty="0"/>
              <a:t>🔑 Private Key </a:t>
            </a:r>
            <a:r>
              <a:rPr lang="en-IL" dirty="0" err="1"/>
              <a:t>נשאר</a:t>
            </a:r>
            <a:r>
              <a:rPr lang="en-IL" dirty="0"/>
              <a:t> ב-</a:t>
            </a:r>
            <a:r>
              <a:rPr lang="en-IL" dirty="0" err="1"/>
              <a:t>TokenService</a:t>
            </a:r>
            <a:r>
              <a:rPr lang="en-IL" dirty="0"/>
              <a:t> </a:t>
            </a:r>
            <a:r>
              <a:rPr lang="en-IL" dirty="0" err="1"/>
              <a:t>בלבד</a:t>
            </a:r>
            <a:r>
              <a:rPr lang="en-IL" dirty="0"/>
              <a:t>.</a:t>
            </a:r>
          </a:p>
          <a:p>
            <a:endParaRPr lang="en-IL" dirty="0"/>
          </a:p>
          <a:p>
            <a:r>
              <a:rPr lang="en-IL" dirty="0"/>
              <a:t>🔓 Public Key </a:t>
            </a:r>
            <a:r>
              <a:rPr lang="en-IL" dirty="0" err="1"/>
              <a:t>זמין</a:t>
            </a:r>
            <a:r>
              <a:rPr lang="en-IL" dirty="0"/>
              <a:t> </a:t>
            </a:r>
            <a:r>
              <a:rPr lang="en-IL" dirty="0" err="1"/>
              <a:t>לכל</a:t>
            </a:r>
            <a:r>
              <a:rPr lang="en-IL" dirty="0"/>
              <a:t> Microservice </a:t>
            </a:r>
            <a:r>
              <a:rPr lang="en-IL" dirty="0" err="1"/>
              <a:t>דרך</a:t>
            </a:r>
            <a:r>
              <a:rPr lang="en-IL" dirty="0"/>
              <a:t> JWKS.</a:t>
            </a:r>
          </a:p>
          <a:p>
            <a:endParaRPr lang="en-IL" dirty="0"/>
          </a:p>
          <a:p>
            <a:r>
              <a:rPr lang="en-IL" dirty="0" err="1"/>
              <a:t>AuthService</a:t>
            </a:r>
            <a:r>
              <a:rPr lang="en-IL" dirty="0"/>
              <a:t> </a:t>
            </a:r>
            <a:r>
              <a:rPr lang="en-IL" dirty="0" err="1"/>
              <a:t>לא</a:t>
            </a:r>
            <a:r>
              <a:rPr lang="en-IL" dirty="0"/>
              <a:t> </a:t>
            </a:r>
            <a:r>
              <a:rPr lang="en-IL" dirty="0" err="1"/>
              <a:t>מחזיק</a:t>
            </a:r>
            <a:r>
              <a:rPr lang="en-IL" dirty="0"/>
              <a:t> </a:t>
            </a:r>
            <a:r>
              <a:rPr lang="en-IL" dirty="0" err="1"/>
              <a:t>סוד</a:t>
            </a:r>
            <a:r>
              <a:rPr lang="en-IL" dirty="0"/>
              <a:t>, </a:t>
            </a:r>
            <a:r>
              <a:rPr lang="en-IL" dirty="0" err="1"/>
              <a:t>רק</a:t>
            </a:r>
            <a:r>
              <a:rPr lang="en-IL" dirty="0"/>
              <a:t> </a:t>
            </a:r>
            <a:r>
              <a:rPr lang="en-IL" dirty="0" err="1"/>
              <a:t>מבקש</a:t>
            </a:r>
            <a:r>
              <a:rPr lang="en-IL" dirty="0"/>
              <a:t> </a:t>
            </a:r>
            <a:r>
              <a:rPr lang="en-IL" dirty="0" err="1"/>
              <a:t>חתימה</a:t>
            </a:r>
            <a:r>
              <a:rPr lang="en-IL" dirty="0"/>
              <a:t> </a:t>
            </a:r>
            <a:r>
              <a:rPr lang="en-IL" dirty="0" err="1"/>
              <a:t>או</a:t>
            </a:r>
            <a:r>
              <a:rPr lang="en-IL" dirty="0"/>
              <a:t> JWT.</a:t>
            </a:r>
          </a:p>
          <a:p>
            <a:endParaRPr lang="en-IL" dirty="0"/>
          </a:p>
          <a:p>
            <a:r>
              <a:rPr lang="en-IL" dirty="0"/>
              <a:t>Microservices </a:t>
            </a:r>
            <a:r>
              <a:rPr lang="en-IL" dirty="0" err="1"/>
              <a:t>רק</a:t>
            </a:r>
            <a:r>
              <a:rPr lang="en-IL" dirty="0"/>
              <a:t> </a:t>
            </a:r>
            <a:r>
              <a:rPr lang="en-IL" dirty="0" err="1"/>
              <a:t>מאמתים</a:t>
            </a:r>
            <a:r>
              <a:rPr lang="en-IL" dirty="0"/>
              <a:t> JWT, </a:t>
            </a:r>
            <a:r>
              <a:rPr lang="en-IL" dirty="0" err="1"/>
              <a:t>לא</a:t>
            </a:r>
            <a:r>
              <a:rPr lang="en-IL" dirty="0"/>
              <a:t> </a:t>
            </a:r>
            <a:r>
              <a:rPr lang="en-IL" dirty="0" err="1"/>
              <a:t>יוצרים</a:t>
            </a:r>
            <a:r>
              <a:rPr lang="en-IL" dirty="0"/>
              <a:t> </a:t>
            </a:r>
            <a:r>
              <a:rPr lang="en-IL" dirty="0" err="1"/>
              <a:t>אותו</a:t>
            </a:r>
            <a:r>
              <a:rPr lang="en-IL" dirty="0"/>
              <a:t>.</a:t>
            </a:r>
          </a:p>
          <a:p>
            <a:endParaRPr lang="en-IL" dirty="0"/>
          </a:p>
          <a:p>
            <a:r>
              <a:rPr lang="en-IL" dirty="0"/>
              <a:t>Client </a:t>
            </a:r>
            <a:r>
              <a:rPr lang="en-IL" dirty="0" err="1"/>
              <a:t>שולח</a:t>
            </a:r>
            <a:r>
              <a:rPr lang="en-IL" dirty="0"/>
              <a:t> </a:t>
            </a:r>
            <a:r>
              <a:rPr lang="en-IL" dirty="0" err="1"/>
              <a:t>את</a:t>
            </a:r>
            <a:r>
              <a:rPr lang="en-IL" dirty="0"/>
              <a:t> ה-JWT </a:t>
            </a:r>
            <a:r>
              <a:rPr lang="en-IL" dirty="0" err="1"/>
              <a:t>בכל</a:t>
            </a:r>
            <a:r>
              <a:rPr lang="en-IL" dirty="0"/>
              <a:t> </a:t>
            </a:r>
            <a:r>
              <a:rPr lang="en-IL" dirty="0" err="1"/>
              <a:t>בקשה</a:t>
            </a:r>
            <a:r>
              <a:rPr lang="en-IL" dirty="0"/>
              <a:t> ל-Microservice.</a:t>
            </a:r>
          </a:p>
        </p:txBody>
      </p:sp>
    </p:spTree>
    <p:extLst>
      <p:ext uri="{BB962C8B-B14F-4D97-AF65-F5344CB8AC3E}">
        <p14:creationId xmlns:p14="http://schemas.microsoft.com/office/powerpoint/2010/main" val="539859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3438145" y="237745"/>
            <a:ext cx="5591556" cy="6435299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2937765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319184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3158087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774108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Micro-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Service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9848" y="2776951"/>
            <a:ext cx="1644200" cy="1064640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US" altLang="en-IL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W</a:t>
            </a:r>
            <a:r>
              <a:rPr lang="en-US" altLang="en-IL" sz="1000" b="1" dirty="0">
                <a:solidFill>
                  <a:schemeClr val="bg1"/>
                </a:solidFill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eb</a:t>
            </a:r>
            <a:r>
              <a:rPr kumimoji="0" lang="en-US" altLang="en-IL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\Mobile App</a:t>
            </a:r>
            <a:r>
              <a:rPr kumimoji="0" lang="en-IL" altLang="en-IL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client)</a:t>
            </a:r>
            <a:endParaRPr kumimoji="0" lang="en-IL" altLang="en-IL" sz="8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3749" y="544762"/>
            <a:ext cx="742950" cy="6020629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544762"/>
            <a:ext cx="688975" cy="6020629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231044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3353345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1126086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717317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Micro-Service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841591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      Micro-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Service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891246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     Micro-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Service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4325307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3650029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4595182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527728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615868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6077577"/>
            <a:ext cx="2719254" cy="386116"/>
            <a:chOff x="5354285" y="546378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546378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</a:pPr>
              <a:r>
                <a:rPr lang="en-US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</a:t>
              </a:r>
              <a:r>
                <a:rPr lang="en-US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      Micro-</a:t>
              </a:r>
              <a:r>
                <a:rPr 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Service</a:t>
              </a: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64988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5552184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endParaRPr lang="en-IL" sz="1000" dirty="0"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745242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2">
            <a:extLst>
              <a:ext uri="{FF2B5EF4-FFF2-40B4-BE49-F238E27FC236}">
                <a16:creationId xmlns:a16="http://schemas.microsoft.com/office/drawing/2014/main" id="{4483E4C5-63C0-306A-7614-1D69DE2B67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482" y="2316132"/>
            <a:ext cx="688975" cy="593368"/>
          </a:xfrm>
          <a:prstGeom prst="flowChartMagneticDisk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Products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9DE305-2E45-C2AA-47A4-18B13844B00E}"/>
              </a:ext>
            </a:extLst>
          </p:cNvPr>
          <p:cNvGrpSpPr/>
          <p:nvPr/>
        </p:nvGrpSpPr>
        <p:grpSpPr>
          <a:xfrm>
            <a:off x="4348894" y="2802405"/>
            <a:ext cx="3721597" cy="647518"/>
            <a:chOff x="4351942" y="2312058"/>
            <a:chExt cx="3721597" cy="64751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1181D7A-C33C-A9F4-B347-95A8BC983AD6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 Box 22">
              <a:extLst>
                <a:ext uri="{FF2B5EF4-FFF2-40B4-BE49-F238E27FC236}">
                  <a16:creationId xmlns:a16="http://schemas.microsoft.com/office/drawing/2014/main" id="{9D9877F4-1D62-5A0B-4DEA-FDCA84E067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2" name="AutoShape 10">
              <a:extLst>
                <a:ext uri="{FF2B5EF4-FFF2-40B4-BE49-F238E27FC236}">
                  <a16:creationId xmlns:a16="http://schemas.microsoft.com/office/drawing/2014/main" id="{BD0C3D6D-457E-91CC-DA37-480249267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Products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 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Micro-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Service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6" name="Text Box 22">
              <a:extLst>
                <a:ext uri="{FF2B5EF4-FFF2-40B4-BE49-F238E27FC236}">
                  <a16:creationId xmlns:a16="http://schemas.microsoft.com/office/drawing/2014/main" id="{141663BC-3A1D-7F8A-272A-2C7D68A86E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CB6946-EA85-EC66-2FCF-63B6B6EAA6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E1C081-144F-E91D-4027-EA720632988A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6467857" y="2612816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8DB61-8E23-E6C0-5B07-C56D010130C4}"/>
              </a:ext>
            </a:extLst>
          </p:cNvPr>
          <p:cNvSpPr/>
          <p:nvPr/>
        </p:nvSpPr>
        <p:spPr>
          <a:xfrm>
            <a:off x="5119590" y="74315"/>
            <a:ext cx="1801368" cy="3148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Docker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AE54CA-2813-FFDA-E56A-B30EE08CA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732" y="1052181"/>
            <a:ext cx="5982535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42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BB7C5E-849A-AB2C-E179-FAAF5C4F1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006" y="643467"/>
            <a:ext cx="8275988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77301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9B5F49-256A-91EB-7D48-6A8A5D0F6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641" y="595236"/>
            <a:ext cx="9429160" cy="5667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43422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EF3622-3E09-1582-E7C7-C93D2F12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36" y="1731524"/>
            <a:ext cx="10542591" cy="234096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7015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2551176" y="1059740"/>
            <a:ext cx="3621751" cy="148229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users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uuid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user_email</a:t>
              </a:r>
              <a:r>
                <a:rPr lang="en-US" sz="1200" dirty="0">
                  <a:solidFill>
                    <a:schemeClr val="tx1"/>
                  </a:solidFill>
                </a:rPr>
                <a:t> : string (Unique constraint)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user_password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user_role</a:t>
              </a:r>
              <a:r>
                <a:rPr lang="en-US" sz="1200" dirty="0">
                  <a:solidFill>
                    <a:schemeClr val="tx1"/>
                  </a:solidFill>
                </a:rPr>
                <a:t> int (user = 0, admin = 1, superuser = 2)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Users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7014999" y="1132093"/>
            <a:ext cx="3006825" cy="1327643"/>
            <a:chOff x="2029809" y="1176950"/>
            <a:chExt cx="2136619" cy="3410259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users_history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uuid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uuid</a:t>
              </a:r>
              <a:r>
                <a:rPr lang="en-US" sz="1200" dirty="0">
                  <a:solidFill>
                    <a:schemeClr val="tx1"/>
                  </a:solidFill>
                </a:rPr>
                <a:t> (FK)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int (success = 0, Failure = 1)</a:t>
              </a:r>
            </a:p>
            <a:p>
              <a:endParaRPr lang="en-IL" sz="1200" dirty="0"/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DCABB9A-F3EC-F982-1334-4892148EEF6F}"/>
              </a:ext>
            </a:extLst>
          </p:cNvPr>
          <p:cNvCxnSpPr>
            <a:cxnSpLocks/>
          </p:cNvCxnSpPr>
          <p:nvPr/>
        </p:nvCxnSpPr>
        <p:spPr>
          <a:xfrm>
            <a:off x="6172927" y="1674019"/>
            <a:ext cx="842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CDBAB245-6770-65A1-67DF-0FD3020F767B}"/>
              </a:ext>
            </a:extLst>
          </p:cNvPr>
          <p:cNvSpPr/>
          <p:nvPr/>
        </p:nvSpPr>
        <p:spPr>
          <a:xfrm>
            <a:off x="6526431" y="142982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3">
            <a:extLst>
              <a:ext uri="{FF2B5EF4-FFF2-40B4-BE49-F238E27FC236}">
                <a16:creationId xmlns:a16="http://schemas.microsoft.com/office/drawing/2014/main" id="{78FF15C6-2884-A197-AD86-D46D737FF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34" y="701263"/>
            <a:ext cx="1315653" cy="295343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C09A88-5F98-C840-2E68-5720BEC0681D}"/>
              </a:ext>
            </a:extLst>
          </p:cNvPr>
          <p:cNvSpPr/>
          <p:nvPr/>
        </p:nvSpPr>
        <p:spPr>
          <a:xfrm>
            <a:off x="2478179" y="117618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Folders Structure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4" name="AutoShape 13">
            <a:extLst>
              <a:ext uri="{FF2B5EF4-FFF2-40B4-BE49-F238E27FC236}">
                <a16:creationId xmlns:a16="http://schemas.microsoft.com/office/drawing/2014/main" id="{417BBC80-527E-A9B3-A84D-141B4841D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8448" y="1842973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Server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13">
            <a:extLst>
              <a:ext uri="{FF2B5EF4-FFF2-40B4-BE49-F238E27FC236}">
                <a16:creationId xmlns:a16="http://schemas.microsoft.com/office/drawing/2014/main" id="{EFA49FBE-0BEA-95E9-179B-C50C986B9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0160" y="1100440"/>
            <a:ext cx="761080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Client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13">
            <a:extLst>
              <a:ext uri="{FF2B5EF4-FFF2-40B4-BE49-F238E27FC236}">
                <a16:creationId xmlns:a16="http://schemas.microsoft.com/office/drawing/2014/main" id="{0A62B873-9219-6D42-FED9-1EFD25F68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3208" y="6338772"/>
            <a:ext cx="1675482" cy="359441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Documentation</a:t>
            </a:r>
            <a:endParaRPr lang="en-IL" altLang="en-IL" dirty="0"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E11C29-6CF2-2E2F-E747-35691FFFFBC2}"/>
              </a:ext>
            </a:extLst>
          </p:cNvPr>
          <p:cNvCxnSpPr>
            <a:cxnSpLocks/>
          </p:cNvCxnSpPr>
          <p:nvPr/>
        </p:nvCxnSpPr>
        <p:spPr>
          <a:xfrm>
            <a:off x="634066" y="996606"/>
            <a:ext cx="0" cy="55003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575987-DD26-185B-E83A-9C5F84B0A4A3}"/>
              </a:ext>
            </a:extLst>
          </p:cNvPr>
          <p:cNvCxnSpPr>
            <a:cxnSpLocks/>
          </p:cNvCxnSpPr>
          <p:nvPr/>
        </p:nvCxnSpPr>
        <p:spPr>
          <a:xfrm>
            <a:off x="634066" y="1280160"/>
            <a:ext cx="646094" cy="97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BA3F4B-DFBF-9FDB-CC15-5D15E7301C4E}"/>
              </a:ext>
            </a:extLst>
          </p:cNvPr>
          <p:cNvCxnSpPr>
            <a:cxnSpLocks/>
          </p:cNvCxnSpPr>
          <p:nvPr/>
        </p:nvCxnSpPr>
        <p:spPr>
          <a:xfrm>
            <a:off x="640162" y="2008632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E70F1E-D267-7CAE-D953-D335D1601B47}"/>
              </a:ext>
            </a:extLst>
          </p:cNvPr>
          <p:cNvCxnSpPr>
            <a:cxnSpLocks/>
          </p:cNvCxnSpPr>
          <p:nvPr/>
        </p:nvCxnSpPr>
        <p:spPr>
          <a:xfrm>
            <a:off x="624922" y="6496933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7B32EEA7-56D5-EB16-EF79-1E4E9A955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5397" y="2419045"/>
            <a:ext cx="1495356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90FA60-DB45-EE3E-82FB-D028DB10995B}"/>
              </a:ext>
            </a:extLst>
          </p:cNvPr>
          <p:cNvCxnSpPr>
            <a:cxnSpLocks/>
          </p:cNvCxnSpPr>
          <p:nvPr/>
        </p:nvCxnSpPr>
        <p:spPr>
          <a:xfrm>
            <a:off x="1702914" y="2598764"/>
            <a:ext cx="5324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1B0946D-8097-6B78-E2CF-708C835A14FB}"/>
              </a:ext>
            </a:extLst>
          </p:cNvPr>
          <p:cNvCxnSpPr>
            <a:cxnSpLocks/>
          </p:cNvCxnSpPr>
          <p:nvPr/>
        </p:nvCxnSpPr>
        <p:spPr>
          <a:xfrm>
            <a:off x="1702914" y="2156693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1EEA41-506E-A630-D972-503CEA2836BB}"/>
              </a:ext>
            </a:extLst>
          </p:cNvPr>
          <p:cNvCxnSpPr>
            <a:cxnSpLocks/>
          </p:cNvCxnSpPr>
          <p:nvPr/>
        </p:nvCxnSpPr>
        <p:spPr>
          <a:xfrm>
            <a:off x="3005091" y="2778485"/>
            <a:ext cx="0" cy="2370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utoShape 13">
            <a:extLst>
              <a:ext uri="{FF2B5EF4-FFF2-40B4-BE49-F238E27FC236}">
                <a16:creationId xmlns:a16="http://schemas.microsoft.com/office/drawing/2014/main" id="{CCF9E2EC-1E7B-DB39-289C-77C8A1C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287501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Controllers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71ECA9-6020-2668-0F61-288DC1B9B85A}"/>
              </a:ext>
            </a:extLst>
          </p:cNvPr>
          <p:cNvCxnSpPr>
            <a:cxnSpLocks/>
          </p:cNvCxnSpPr>
          <p:nvPr/>
        </p:nvCxnSpPr>
        <p:spPr>
          <a:xfrm>
            <a:off x="3005091" y="305291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utoShape 13">
            <a:extLst>
              <a:ext uri="{FF2B5EF4-FFF2-40B4-BE49-F238E27FC236}">
                <a16:creationId xmlns:a16="http://schemas.microsoft.com/office/drawing/2014/main" id="{8F8E0109-A987-3884-2AAF-A55E71AC3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29355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Data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73FF06F-D158-D932-7EE8-5D76C7893249}"/>
              </a:ext>
            </a:extLst>
          </p:cNvPr>
          <p:cNvCxnSpPr>
            <a:cxnSpLocks/>
          </p:cNvCxnSpPr>
          <p:nvPr/>
        </p:nvCxnSpPr>
        <p:spPr>
          <a:xfrm>
            <a:off x="3005091" y="347145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utoShape 13">
            <a:extLst>
              <a:ext uri="{FF2B5EF4-FFF2-40B4-BE49-F238E27FC236}">
                <a16:creationId xmlns:a16="http://schemas.microsoft.com/office/drawing/2014/main" id="{2A734496-13E5-C552-4657-6D89DA0A2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712731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DTOs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6E8A8C-157D-F611-36B4-A162546C1B01}"/>
              </a:ext>
            </a:extLst>
          </p:cNvPr>
          <p:cNvCxnSpPr>
            <a:cxnSpLocks/>
          </p:cNvCxnSpPr>
          <p:nvPr/>
        </p:nvCxnSpPr>
        <p:spPr>
          <a:xfrm>
            <a:off x="3005091" y="3890634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utoShape 13">
            <a:extLst>
              <a:ext uri="{FF2B5EF4-FFF2-40B4-BE49-F238E27FC236}">
                <a16:creationId xmlns:a16="http://schemas.microsoft.com/office/drawing/2014/main" id="{5933977B-1DB3-63B2-5784-1EEAD908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13383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Migrations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981965D-7B11-335C-EF5A-F7521F817921}"/>
              </a:ext>
            </a:extLst>
          </p:cNvPr>
          <p:cNvCxnSpPr>
            <a:cxnSpLocks/>
          </p:cNvCxnSpPr>
          <p:nvPr/>
        </p:nvCxnSpPr>
        <p:spPr>
          <a:xfrm>
            <a:off x="3020331" y="431174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utoShape 13">
            <a:extLst>
              <a:ext uri="{FF2B5EF4-FFF2-40B4-BE49-F238E27FC236}">
                <a16:creationId xmlns:a16="http://schemas.microsoft.com/office/drawing/2014/main" id="{E9F760B8-FB4B-4A4B-BABE-2BF40D33C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55237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Models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AutoShape 13">
            <a:extLst>
              <a:ext uri="{FF2B5EF4-FFF2-40B4-BE49-F238E27FC236}">
                <a16:creationId xmlns:a16="http://schemas.microsoft.com/office/drawing/2014/main" id="{42836964-E83A-B3D7-BB20-15372CAA0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971555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Properties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B9F25E6-DF5D-3A72-F754-0F0447644D2F}"/>
              </a:ext>
            </a:extLst>
          </p:cNvPr>
          <p:cNvCxnSpPr>
            <a:cxnSpLocks/>
          </p:cNvCxnSpPr>
          <p:nvPr/>
        </p:nvCxnSpPr>
        <p:spPr>
          <a:xfrm>
            <a:off x="3020331" y="5149458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0FF5E8C-87F0-8001-0491-F0E429B85F20}"/>
              </a:ext>
            </a:extLst>
          </p:cNvPr>
          <p:cNvCxnSpPr>
            <a:cxnSpLocks/>
          </p:cNvCxnSpPr>
          <p:nvPr/>
        </p:nvCxnSpPr>
        <p:spPr>
          <a:xfrm>
            <a:off x="3020331" y="471969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AutoShape 13">
            <a:extLst>
              <a:ext uri="{FF2B5EF4-FFF2-40B4-BE49-F238E27FC236}">
                <a16:creationId xmlns:a16="http://schemas.microsoft.com/office/drawing/2014/main" id="{F799A10B-14C1-1B55-ACA7-1DABE0E798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6449" y="5132300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6BD2AB-A3B0-1F79-EF23-6F6E19FF3C4A}"/>
              </a:ext>
            </a:extLst>
          </p:cNvPr>
          <p:cNvCxnSpPr>
            <a:cxnSpLocks/>
          </p:cNvCxnSpPr>
          <p:nvPr/>
        </p:nvCxnSpPr>
        <p:spPr>
          <a:xfrm>
            <a:off x="628163" y="5279671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oShape 13">
            <a:extLst>
              <a:ext uri="{FF2B5EF4-FFF2-40B4-BE49-F238E27FC236}">
                <a16:creationId xmlns:a16="http://schemas.microsoft.com/office/drawing/2014/main" id="{97672CD0-A1CE-374C-68C7-143497BCC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9974" y="5708372"/>
            <a:ext cx="2001130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A2C.CRM.Api.Tests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2CC8B0A-5F34-9281-C371-A4FFFC090347}"/>
              </a:ext>
            </a:extLst>
          </p:cNvPr>
          <p:cNvCxnSpPr>
            <a:cxnSpLocks/>
          </p:cNvCxnSpPr>
          <p:nvPr/>
        </p:nvCxnSpPr>
        <p:spPr>
          <a:xfrm>
            <a:off x="1718347" y="5446020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DFF1663-547C-007D-0394-80FCA5C623AA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02914" y="5888091"/>
            <a:ext cx="557060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800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16585</TotalTime>
  <Words>918</Words>
  <Application>Microsoft Office PowerPoint</Application>
  <PresentationFormat>Widescreen</PresentationFormat>
  <Paragraphs>252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99</cp:revision>
  <dcterms:created xsi:type="dcterms:W3CDTF">2025-07-15T16:26:55Z</dcterms:created>
  <dcterms:modified xsi:type="dcterms:W3CDTF">2025-08-23T20:35:29Z</dcterms:modified>
</cp:coreProperties>
</file>